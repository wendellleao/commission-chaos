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spc="100" kern="0" dirty="0">
                <a:solidFill>
                  <a:srgbClr val="FFC5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PROJETO CAOS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58368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trabalho comum. Caos totalmente absurdo.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 multiplayer coop de pequeno escopo — GDD e proposta de escopo inicial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3794760"/>
            <a:ext cx="4160520" cy="566928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"Nao tem como isso ter acontecido."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enxuto: 2 Programadores Senior + 1 Diretor de Arte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3" name="Shape 1"/>
          <p:cNvSpPr/>
          <p:nvPr/>
        </p:nvSpPr>
        <p:spPr>
          <a:xfrm rot="-240000">
            <a:off x="7818120" y="292608"/>
            <a:ext cx="1051560" cy="329184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381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 rot="-240000">
            <a:off x="7818120" y="2926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1B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Filosofia de Design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tarefa cotidiana simples + caos completamente absurdo. O jogador entende o objetivo na hora, mas cada partida se torna imprevisivel porque o mundo reage e briga de volta: fisica, eventos aleatorios, modificadores proceduais e objetos com personalidade propria.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2331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12848"/>
            <a:ext cx="73152" cy="105156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677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B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36192" y="2286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malucos de objetos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36392" y="2212848"/>
            <a:ext cx="2331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2212848"/>
            <a:ext cx="73152" cy="105156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22677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B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032504" y="2286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aleatorios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32704" y="2212848"/>
            <a:ext cx="2331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32704" y="2212848"/>
            <a:ext cx="73152" cy="105156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17" name="Text 15"/>
          <p:cNvSpPr/>
          <p:nvPr/>
        </p:nvSpPr>
        <p:spPr>
          <a:xfrm>
            <a:off x="5815584" y="22677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B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28816" y="22860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modificadores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mapa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3649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combinacoes geram replay infinito — sem precisar de 100 fases feitas a mao.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FFC5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94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Altamente replayavel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3822192"/>
            <a:ext cx="384048" cy="384048"/>
          </a:xfrm>
          <a:prstGeom prst="ellipse">
            <a:avLst/>
          </a:prstGeom>
          <a:solidFill>
            <a:srgbClr val="FFC53D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794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de clipe em toda partida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279392"/>
            <a:ext cx="384048" cy="384048"/>
          </a:xfrm>
          <a:prstGeom prst="ellipse">
            <a:avLst/>
          </a:prstGeom>
          <a:solidFill>
            <a:srgbClr val="FFC53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251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 de entender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4279392"/>
            <a:ext cx="384048" cy="384048"/>
          </a:xfrm>
          <a:prstGeom prst="ellipse">
            <a:avLst/>
          </a:prstGeom>
          <a:solidFill>
            <a:srgbClr val="FFC53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4251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pra Twitch / TikTok / YouTube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FFC53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4709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emergente, nao roteirizado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3" name="Shape 1"/>
          <p:cNvSpPr/>
          <p:nvPr/>
        </p:nvSpPr>
        <p:spPr>
          <a:xfrm rot="-240000">
            <a:off x="7818120" y="292608"/>
            <a:ext cx="1051560" cy="329184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381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 rot="-240000">
            <a:off x="7818120" y="2926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B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 Diferencial: Modo Caotico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Pickups comuns tem uma chance (nao tao rara) de nascer "caoticos" e ganhar um comportamento proprio.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444752"/>
            <a:ext cx="397764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44752"/>
            <a:ext cx="3977640" cy="4572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44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Caoticos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0116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Fujao: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foge saltitando; se o jogador demora, o item se auto-larga e volta a fugir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41248" y="24688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Teletransportador: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a posicao de 2 jogadores segurando itens; dificulta a entrega sem frustrar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41248" y="29260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Pesado: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 de velocidade sozinho; 2 jogadores carregando juntos removem o debuff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41248" y="33832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Timido: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intangivel se o jogador se aproximar rapido demais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841248" y="38404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Torradeira: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esquenta com o tempo e da auto-drop; precisa de agua pra resfriar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841248" y="42976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e fragil: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balanca em curvas agressivas; pode tombar e quebrar pra sempre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54880" y="1444752"/>
            <a:ext cx="374904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44752"/>
            <a:ext cx="3749040" cy="4572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4447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Mecanicas dos Jogadores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56048" y="20848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Tapao: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 ragdoll no amigo (ou no item); pode derrubar quem carrega e ate quebrar o item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6048" y="27066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fujoes atordoados: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levam tapa e param de fugir por um tempo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56048" y="33284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dinheiro: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recebido por comissao — vale a pena derrubar o item do outro pra vender no lugar dele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39502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Pos-partida: 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dinheiro compra cosmeticos e boosts (a definir)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Inspirado no tapa de Moving Out / Overcooked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3" name="Shape 1"/>
          <p:cNvSpPr/>
          <p:nvPr/>
        </p:nvSpPr>
        <p:spPr>
          <a:xfrm rot="-240000">
            <a:off x="7818120" y="292608"/>
            <a:ext cx="1051560" cy="329184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381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 rot="-240000">
            <a:off x="7818120" y="2926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B1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Prototipo Atual: Museum Night Shift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Jogadores extraem artefatos valiosos de um museu assombrado antes da abertura: estatuas observam, pinturas mudam o layout das salas, esqueletos de dinossauro desabam, mascaras possuem jogadores, portas somem, salas giram.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Fatia de escopo reduzido (poucos dias): provar o core loop multiplayer + 1-2 sistemas de caos, nao o jogo completo.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84832"/>
            <a:ext cx="39776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84832"/>
            <a:ext cx="73152" cy="2651760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12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B3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IMPLEMENTADO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Core loop: pegar e entregar artefato (sincronizado em rede)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136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Item fujao: foge saltitando + auto-drop se o jogador demora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6667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Roll de spawn caotico no PickupSpawner (chance ponderada)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084832"/>
            <a:ext cx="3749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084832"/>
            <a:ext cx="73152" cy="265176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212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PASSOS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Item alto e fragil (balanca e quebra em curvas agressivas)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3035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Item armadilha (agarra e arremessa o jogador)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34655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Estatua que persegue quando ninguem olha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8953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Sala rotativa (opcional, se sobrar tempo)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4325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Timer + condicao de vitoria/derrota da partida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Unity + FishNet (netcode) — assets placeholder, foco na mecanica antes da arte final.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5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Referencias de Mercado</a:t>
            </a:r>
            <a:endParaRPr lang="en-US" sz="3000" dirty="0"/>
          </a:p>
        </p:txBody>
      </p:sp>
      <p:pic>
        <p:nvPicPr>
          <p:cNvPr id="5" name="Image 0" descr="C:\Users\User\AppData\Local\Temp\claude\C--Users-User-Downloads-chaos\0fca5f44-c07b-4e54-a66b-f338bf38ca2d\scratchpad\img\lethal_compan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4904" y="1051560"/>
            <a:ext cx="1572768" cy="1234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4904" y="1051560"/>
            <a:ext cx="1572768" cy="1234440"/>
          </a:xfrm>
          <a:prstGeom prst="rect">
            <a:avLst/>
          </a:prstGeom>
          <a:ln w="19050">
            <a:solidFill>
              <a:srgbClr val="FFC5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4904" y="23591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Lethal Company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4904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caos + horror-comedia coop</a:t>
            </a:r>
            <a:endParaRPr lang="en-US" sz="830" dirty="0"/>
          </a:p>
        </p:txBody>
      </p:sp>
      <p:pic>
        <p:nvPicPr>
          <p:cNvPr id="9" name="Image 1" descr="C:\Users\User\AppData\Local\Temp\claude\C--Users-User-Downloads-chaos\0fca5f44-c07b-4e54-a66b-f338bf38ca2d\scratchpad\img\rep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80260" y="1051560"/>
            <a:ext cx="1572768" cy="1234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80260" y="1051560"/>
            <a:ext cx="1572768" cy="1234440"/>
          </a:xfrm>
          <a:prstGeom prst="rect">
            <a:avLst/>
          </a:prstGeom>
          <a:ln w="19050">
            <a:solidFill>
              <a:srgbClr val="FFC5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80260" y="23591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R.E.P.O.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080260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fisica + extracao de itens</a:t>
            </a:r>
            <a:endParaRPr lang="en-US" sz="830" dirty="0"/>
          </a:p>
        </p:txBody>
      </p:sp>
      <p:pic>
        <p:nvPicPr>
          <p:cNvPr id="13" name="Image 2" descr="C:\Users\User\AppData\Local\Temp\claude\C--Users-User-Downloads-chaos\0fca5f44-c07b-4e54-a66b-f338bf38ca2d\scratchpad\img\overcooke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85616" y="1051560"/>
            <a:ext cx="1572768" cy="12344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85616" y="1051560"/>
            <a:ext cx="1572768" cy="1234440"/>
          </a:xfrm>
          <a:prstGeom prst="rect">
            <a:avLst/>
          </a:prstGeom>
          <a:ln w="19050">
            <a:solidFill>
              <a:srgbClr val="FFC53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785616" y="23591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Overcooked! 2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785616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corrida contra o tempo</a:t>
            </a:r>
            <a:endParaRPr lang="en-US" sz="830" dirty="0"/>
          </a:p>
        </p:txBody>
      </p:sp>
      <p:pic>
        <p:nvPicPr>
          <p:cNvPr id="17" name="Image 3" descr="C:\Users\User\AppData\Local\Temp\claude\C--Users-User-Downloads-chaos\0fca5f44-c07b-4e54-a66b-f338bf38ca2d\scratchpad\img\moving_ou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90972" y="1051560"/>
            <a:ext cx="1572768" cy="12344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90972" y="1051560"/>
            <a:ext cx="1572768" cy="1234440"/>
          </a:xfrm>
          <a:prstGeom prst="rect">
            <a:avLst/>
          </a:prstGeom>
          <a:ln w="19050">
            <a:solidFill>
              <a:srgbClr val="FFC53D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90972" y="23591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Out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490972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fisica de carregar objetos</a:t>
            </a:r>
            <a:endParaRPr lang="en-US" sz="830" dirty="0"/>
          </a:p>
        </p:txBody>
      </p:sp>
      <p:pic>
        <p:nvPicPr>
          <p:cNvPr id="21" name="Image 4" descr="C:\Users\User\AppData\Local\Temp\claude\C--Users-User-Downloads-chaos\0fca5f44-c07b-4e54-a66b-f338bf38ca2d\scratchpad\img\meccha_chameleo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96328" y="1051560"/>
            <a:ext cx="1572768" cy="12344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196328" y="1051560"/>
            <a:ext cx="1572768" cy="1234440"/>
          </a:xfrm>
          <a:prstGeom prst="rect">
            <a:avLst/>
          </a:prstGeom>
          <a:ln w="19050">
            <a:solidFill>
              <a:srgbClr val="FFC53D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196328" y="23591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Meccha Chameleon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7196328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viral, criatividade emergente</a:t>
            </a:r>
            <a:endParaRPr lang="en-US" sz="830" dirty="0"/>
          </a:p>
        </p:txBody>
      </p:sp>
      <p:sp>
        <p:nvSpPr>
          <p:cNvPr id="25" name="Shape 18"/>
          <p:cNvSpPr/>
          <p:nvPr/>
        </p:nvSpPr>
        <p:spPr>
          <a:xfrm>
            <a:off x="640080" y="4160520"/>
            <a:ext cx="7863840" cy="713232"/>
          </a:xfrm>
          <a:prstGeom prst="rect">
            <a:avLst/>
          </a:prstGeom>
          <a:solidFill>
            <a:srgbClr val="2A2A30"/>
          </a:solidFill>
          <a:ln/>
        </p:spPr>
      </p:sp>
      <p:sp>
        <p:nvSpPr>
          <p:cNvPr id="26" name="Shape 19"/>
          <p:cNvSpPr/>
          <p:nvPr/>
        </p:nvSpPr>
        <p:spPr>
          <a:xfrm>
            <a:off x="640080" y="4160520"/>
            <a:ext cx="73152" cy="713232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27" name="Text 20"/>
          <p:cNvSpPr/>
          <p:nvPr/>
        </p:nvSpPr>
        <p:spPr>
          <a:xfrm>
            <a:off x="841248" y="416052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3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posicionamento: o core loop de entrega contra o tempo de Overcooked/Moving Out, misturado ao caos fisico e humor de trabalho amaldicoado de Lethal Company/R.E.P.O.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Multiplayer Chaos - Apresentacao</dc:title>
  <dc:subject>PptxGenJS Presentation</dc:subject>
  <dc:creator>Chaos GDD</dc:creator>
  <cp:lastModifiedBy>Chaos GDD</cp:lastModifiedBy>
  <cp:revision>1</cp:revision>
  <dcterms:created xsi:type="dcterms:W3CDTF">2026-07-15T23:43:15Z</dcterms:created>
  <dcterms:modified xsi:type="dcterms:W3CDTF">2026-07-15T23:43:15Z</dcterms:modified>
</cp:coreProperties>
</file>